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WorkTrace is a full-stack proof-of-concept for managing work visibility and access within org hierarchies.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this project matters. These three problems justify building WorkTrace — it's not just a CRUD app, it solves a real scoping and visibility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60-second pitch — WorkTrace is not just a to-do list. The key differentiator is the Visibility Resolver and the 5-role hierarchy.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layer. Emphasize the Visibility Resolver — this is the architectural differentiator. It centralizes all RBAC logic so no scattered role checks exist in routes.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RBAC design is the core of WorkTrace. Make sure to explain why centralizing visibility logic in one resolver is better than writing role checks per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each layer briefly. Highlight that SQLModel is unusual — it merges SQLAlchemy ORM with Pydantic validation, which reduces boilerplate significantly.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model underpins visibility. The Visibility Resolver traverses this hierarchy — e.g., a Manager can only see Projects whose Teams they manage.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walk through what you actually built — be ready to demo or show code for any of these. The JWT auth flow and Visibility Resolver are the strongest talking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real bugs you debugged signals engineering maturity. Don't shy away from these — walk through at least one in detail. The CORS bug and 404 guard issues are good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you've thought ahead. Phase 2 (JIT Access / WebSockets) is the most ambitious and will differentiate this from a simple CRUD app in the DS internship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confidence. Offer to walk through the codebase or demonstrate the running app. Be ready to explain any design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463040"/>
            <a:ext cx="109728" cy="210312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417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WorkTrace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Access Management &amp; Work Tracking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FastAPI · React · SQLite · JWT/RBAC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· Mindsprint Data Science Team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28016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14300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9768" y="1874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Control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lack scoped access — employees see data they shouldn't, or managers miss what they need.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154680" y="96012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143000"/>
            <a:ext cx="5943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64408" y="1874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Hierarchy Blindness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9184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treat all users equally. No concept of Dept Head → Manager → Employee data flow.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989320" y="96012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143000"/>
            <a:ext cx="594360" cy="594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99048" y="1874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2648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updates, task changes, and access events go unlogged — compliance risk in enterprise settings.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WorkTrace?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role-aware, full-stack project &amp; task management platform built for internal org use — where what you see depends on who you 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7190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2084832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token-based auth and role propagation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54680" y="15544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9202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7190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840480" y="2084832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5-tier hierarchy: Admin → Dept Head → Manager → TL → Employee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989320" y="15544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202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75120" y="17190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Org-Scoped Visibility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675120" y="2084832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Resolver computes your authorized data scope per request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20040" y="31546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204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3192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Model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005840" y="3685032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→ Team → Employee → Project → Task → Document hierarchy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154680" y="31546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5204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0480" y="33192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Logging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840480" y="3685032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event is tracked; audit trail built-in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5989320" y="31546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52044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75120" y="33192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675120" y="3685032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full-stack: Vite/Tailwind frontend + Python backend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960120"/>
          </a:xfrm>
          <a:prstGeom prst="roundRect">
            <a:avLst>
              <a:gd name="adj" fmla="val 6667"/>
            </a:avLst>
          </a:prstGeom>
          <a:solidFill>
            <a:srgbClr val="112D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+ Vite + Tailwind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920240" cy="713232"/>
          </a:xfrm>
          <a:prstGeom prst="roundRect">
            <a:avLst>
              <a:gd name="adj" fmla="val 6410"/>
            </a:avLst>
          </a:prstGeom>
          <a:solidFill>
            <a:srgbClr val="1A3A52"/>
          </a:solidFill>
          <a:ln w="6350">
            <a:solidFill>
              <a:srgbClr val="2A7A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9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Context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 localStorage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78608" y="932688"/>
            <a:ext cx="1920240" cy="713232"/>
          </a:xfrm>
          <a:prstGeom prst="roundRect">
            <a:avLst>
              <a:gd name="adj" fmla="val 6410"/>
            </a:avLst>
          </a:prstGeom>
          <a:solidFill>
            <a:srgbClr val="1A3A52"/>
          </a:solidFill>
          <a:ln w="6350">
            <a:solidFill>
              <a:srgbClr val="2A7A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4328" y="969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24328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guards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54296" y="932688"/>
            <a:ext cx="1920240" cy="713232"/>
          </a:xfrm>
          <a:prstGeom prst="roundRect">
            <a:avLst>
              <a:gd name="adj" fmla="val 6410"/>
            </a:avLst>
          </a:prstGeom>
          <a:solidFill>
            <a:srgbClr val="1A3A52"/>
          </a:solidFill>
          <a:ln w="6350">
            <a:solidFill>
              <a:srgbClr val="2A7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969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0016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views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9984" y="932688"/>
            <a:ext cx="1920240" cy="713232"/>
          </a:xfrm>
          <a:prstGeom prst="roundRect">
            <a:avLst>
              <a:gd name="adj" fmla="val 6410"/>
            </a:avLst>
          </a:prstGeom>
          <a:solidFill>
            <a:srgbClr val="1A3A52"/>
          </a:solidFill>
          <a:ln w="6350">
            <a:solidFill>
              <a:srgbClr val="2A7A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75704" y="969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75704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interceptor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810512"/>
            <a:ext cx="0" cy="32004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JSON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148840"/>
            <a:ext cx="8412480" cy="987552"/>
          </a:xfrm>
          <a:prstGeom prst="roundRect">
            <a:avLst>
              <a:gd name="adj" fmla="val 6481"/>
            </a:avLst>
          </a:prstGeom>
          <a:solidFill>
            <a:srgbClr val="0A251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 (Python)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267712"/>
            <a:ext cx="1554480" cy="713232"/>
          </a:xfrm>
          <a:prstGeom prst="roundRect">
            <a:avLst>
              <a:gd name="adj" fmla="val 6410"/>
            </a:avLst>
          </a:prstGeom>
          <a:solidFill>
            <a:srgbClr val="0E3025"/>
          </a:solidFill>
          <a:ln w="6350">
            <a:solidFill>
              <a:srgbClr val="2A9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Router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25786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JWT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130552" y="2267712"/>
            <a:ext cx="1554480" cy="713232"/>
          </a:xfrm>
          <a:prstGeom prst="roundRect">
            <a:avLst>
              <a:gd name="adj" fmla="val 6410"/>
            </a:avLst>
          </a:prstGeom>
          <a:solidFill>
            <a:srgbClr val="0E3025"/>
          </a:solidFill>
          <a:ln w="6350">
            <a:solidFill>
              <a:srgbClr val="2A9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Router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48840" y="25786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/ Team / Emp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03904" y="2267712"/>
            <a:ext cx="1554480" cy="713232"/>
          </a:xfrm>
          <a:prstGeom prst="roundRect">
            <a:avLst>
              <a:gd name="adj" fmla="val 6410"/>
            </a:avLst>
          </a:prstGeom>
          <a:solidFill>
            <a:srgbClr val="0E3025"/>
          </a:solidFill>
          <a:ln w="6350">
            <a:solidFill>
              <a:srgbClr val="2A9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Router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22192" y="25786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teams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77256" y="2267712"/>
            <a:ext cx="1554480" cy="713232"/>
          </a:xfrm>
          <a:prstGeom prst="roundRect">
            <a:avLst>
              <a:gd name="adj" fmla="val 6410"/>
            </a:avLst>
          </a:prstGeom>
          <a:solidFill>
            <a:srgbClr val="0E3025"/>
          </a:solidFill>
          <a:ln w="6350">
            <a:solidFill>
              <a:srgbClr val="2A9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Router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95544" y="25786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150608" y="2267712"/>
            <a:ext cx="1554480" cy="713232"/>
          </a:xfrm>
          <a:prstGeom prst="roundRect">
            <a:avLst>
              <a:gd name="adj" fmla="val 6410"/>
            </a:avLst>
          </a:prstGeom>
          <a:solidFill>
            <a:srgbClr val="0E3025"/>
          </a:solidFill>
          <a:ln w="6350">
            <a:solidFill>
              <a:srgbClr val="2A9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68896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Routers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68896" y="25786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Req / Doc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236976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3D0A0A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2735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Resolver — computes authorized scope from org hierarchy per request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38221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DB: Dept→Team→Employee→Project→Task→Document  ·  File System: UUID-named uploads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Hierarchy &amp; Role-Based Access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1430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5727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37360" y="1371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57400" y="1005840"/>
            <a:ext cx="1554480" cy="11430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1143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Head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57400" y="15727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scope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1371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31920" y="1005840"/>
            <a:ext cx="1508760" cy="11430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1143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157276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scope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371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60720" y="1005840"/>
            <a:ext cx="1508760" cy="1143000"/>
          </a:xfrm>
          <a:prstGeom prst="roundRect">
            <a:avLst>
              <a:gd name="adj" fmla="val 8000"/>
            </a:avLst>
          </a:prstGeom>
          <a:solidFill>
            <a:srgbClr val="B87333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0720" y="1143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157276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team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1371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589520" y="1005840"/>
            <a:ext cx="1508760" cy="1143000"/>
          </a:xfrm>
          <a:prstGeom prst="roundRect">
            <a:avLst>
              <a:gd name="adj" fmla="val 8000"/>
            </a:avLst>
          </a:prstGeom>
          <a:solidFill>
            <a:srgbClr val="4A5568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1143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89520" y="157276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tasks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423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</a:t>
            </a:r>
            <a:endParaRPr lang="en-US" sz="16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852928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41248" y="28346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Resolver runs on every API request — no scattered role checks in individual routes</a:t>
            </a:r>
            <a:endParaRPr lang="en-US" sz="12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28416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41248" y="331012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sees only their tasks  ·  Manager sees their teams  ·  Admin sees everything</a:t>
            </a:r>
            <a:endParaRPr lang="en-US" sz="12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0390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41248" y="378561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carries role — protected routes on frontend mirror backend enforcement</a:t>
            </a:r>
            <a:endParaRPr lang="en-US" sz="12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79392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41248" y="426110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validation at every write — no orphaned records or invalid 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2670048" cy="3977640"/>
          </a:xfrm>
          <a:prstGeom prst="roundRect">
            <a:avLst>
              <a:gd name="adj" fmla="val 3082"/>
            </a:avLst>
          </a:prstGeom>
          <a:solidFill>
            <a:srgbClr val="1A3A5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96112"/>
            <a:ext cx="2670048" cy="475488"/>
          </a:xfrm>
          <a:prstGeom prst="roundRect">
            <a:avLst>
              <a:gd name="adj" fmla="val 17308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2354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" y="1463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build tooling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4632" y="19842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for utility-first styling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" y="25054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 for client-side routing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" y="302666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with JWT interceptor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" y="35478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context + protected route guards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896112"/>
            <a:ext cx="2670048" cy="3977640"/>
          </a:xfrm>
          <a:prstGeom prst="roundRect">
            <a:avLst>
              <a:gd name="adj" fmla="val 3082"/>
            </a:avLst>
          </a:prstGeom>
          <a:solidFill>
            <a:srgbClr val="0A2518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96112"/>
            <a:ext cx="2670048" cy="475488"/>
          </a:xfrm>
          <a:prstGeom prst="roundRect">
            <a:avLst>
              <a:gd name="adj" fmla="val 17308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92354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9272" y="1463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— async, typed API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9272" y="19842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 ORM — SQLAlchemy + Pydantic combined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9272" y="25054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(dev-friendly, swappable)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9272" y="302666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+ python-jose JWT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19272" y="35478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response schemas (strict typing)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0" y="896112"/>
            <a:ext cx="2670048" cy="3977640"/>
          </a:xfrm>
          <a:prstGeom prst="roundRect">
            <a:avLst>
              <a:gd name="adj" fmla="val 3082"/>
            </a:avLst>
          </a:prstGeom>
          <a:solidFill>
            <a:srgbClr val="1A0A00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9320" y="896112"/>
            <a:ext cx="2670048" cy="475488"/>
          </a:xfrm>
          <a:prstGeom prst="roundRect">
            <a:avLst>
              <a:gd name="adj" fmla="val 17308"/>
            </a:avLst>
          </a:prstGeom>
          <a:solidFill>
            <a:srgbClr val="FF8888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92354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53912" y="1463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Resolver — centralized RBAC logic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53912" y="19842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 with UUID-named uploads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53912" y="25054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ActivityLog model — full audit trail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53912" y="302666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→ Team → Employee → Project → Task data model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53912" y="35478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middleware + token-based auth flow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hierarchical data model drives org-scoped visibility across the entire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32588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399032"/>
            <a:ext cx="12344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81912" y="14173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64792" y="132588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64792" y="1399032"/>
            <a:ext cx="12344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99232" y="14173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82112" y="132588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82112" y="1399032"/>
            <a:ext cx="12344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16552" y="14173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99432" y="132588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028A6B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399032"/>
            <a:ext cx="12344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33872" y="14173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16752" y="132588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B87333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16752" y="1399032"/>
            <a:ext cx="12344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51192" y="14173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34072" y="132588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4A5568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34072" y="1399032"/>
            <a:ext cx="12344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2240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Models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2670048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" y="2724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306324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clients linked to projects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68880" y="2670048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78608" y="2724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78608" y="306324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 requirement tracking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2670048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27448" y="2724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WorkUpdate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27448" y="306324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progress updates by employees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66560" y="2670048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76288" y="2724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ActivityLog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76288" y="306324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 all task events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840480"/>
            <a:ext cx="8503920" cy="896112"/>
          </a:xfrm>
          <a:prstGeom prst="roundRect">
            <a:avLst>
              <a:gd name="adj" fmla="val 7143"/>
            </a:avLst>
          </a:prstGeom>
          <a:solidFill>
            <a:srgbClr val="FFF8F0"/>
          </a:solidFill>
          <a:ln w="6350">
            <a:solidFill>
              <a:srgbClr val="E0AA70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977640"/>
            <a:ext cx="411480" cy="4114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051560" y="3913632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System: Documents stored as UUID-named files to prevent collisions and enable secure reference by DB record · SQLite for dev; architecture supports migration to PostgreSQL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What Was Built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112233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52728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9848" y="10424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Flow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" y="138988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bcrypt verify → JWT issue → Axios interceptor attaches token → backend decodes on every request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54880" y="91440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112233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52728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04688" y="10424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Resolver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504688" y="138988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scope computation from org hierarchy — eliminates scattered if-role checks across routes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0040" y="224028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112233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78608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9848" y="23682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Registration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069848" y="271576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registration form with designation field, form validation, null-coalescing, and reset on submit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754880" y="224028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112233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578608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04688" y="23682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Routers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504688" y="271576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Org / Project / Task / Client / Document — each with proper 404 guards and response_model typing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320040" y="356616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112233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04488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69848" y="36941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069848" y="404164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request/response schemas decouple ORM models from API surface; no raw DB objects leak out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754880" y="356616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112233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904488"/>
            <a:ext cx="438912" cy="4389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504688" y="36941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Logging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5504688" y="404164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event stored in ActivityLog with timestamp, user, and action — full audit trail out of the box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What I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08" y="1033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Bug — Duplicate Middleware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978408" y="136245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Tracked down a duplicate CORS registration in main.py — FastAPI silently applies both, causing inconsistent preflight responses. Fixed by ensuring a single CORSMiddleware call.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0040" y="19202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FFF5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" y="1993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404 Guards &amp; FK Validation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78408" y="232257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session.get() returns None silently. Added explicit 404 raises after every DB lookup; added foreign key checks before writes to prevent orphaned records.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0040" y="288036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6324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8408" y="2953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 Schema Design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978408" y="328269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Separating ORM models from Pydantic read/write schemas (e.g. EmployeeRead vs Employee) required careful design but gave clean API contracts and prevented raw DB leakage.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20040" y="384048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FFF5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2336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78408" y="3913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Form State &amp; JSX Nesting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978408" y="424281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Debugged a JSX tag-nesting issue misplacing form buttons. Refined handleSubmit with null-coalescing for optional fields and proper form reset after submission.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97480" cy="3840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14400"/>
            <a:ext cx="2697480" cy="594360"/>
          </a:xfrm>
          <a:prstGeom prst="roundRect">
            <a:avLst>
              <a:gd name="adj" fmla="val 13846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5097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&amp; Harden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16642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CORS duplicate middleware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232257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response_model to all routes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298094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role guard coverage on frontend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97480" cy="3840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697480" cy="594360"/>
          </a:xfrm>
          <a:prstGeom prst="roundRect">
            <a:avLst>
              <a:gd name="adj" fmla="val 13846"/>
            </a:avLst>
          </a:prstGeom>
          <a:solidFill>
            <a:srgbClr val="B87333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95097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188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Access System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16642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WebSocket-driven real-time approvals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232257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for auto-expiring access grants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298094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flagging on audit log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914400"/>
            <a:ext cx="2697480" cy="3840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914400"/>
            <a:ext cx="2697480" cy="594360"/>
          </a:xfrm>
          <a:prstGeom prst="roundRect">
            <a:avLst>
              <a:gd name="adj" fmla="val 13846"/>
            </a:avLst>
          </a:prstGeom>
          <a:solidFill>
            <a:srgbClr val="6D2E46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95097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1188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81928" y="16642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SQLite → PostgreSQL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81928" y="232257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refresh token rotation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81928" y="298094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 for org leads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WorkTrace — a full-stack system that proves access management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work visibility can be done cleanly, at scale.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FastAPI · React · SQLModel · JWT · RBAC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36576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WorkTrace — Project Presentation</dc:title>
  <dc:subject>PptxGenJS Presentation</dc:subject>
  <dc:creator>VJ</dc:creator>
  <cp:lastModifiedBy>VJ</cp:lastModifiedBy>
  <cp:revision>1</cp:revision>
  <dcterms:created xsi:type="dcterms:W3CDTF">2026-06-28T17:44:47Z</dcterms:created>
  <dcterms:modified xsi:type="dcterms:W3CDTF">2026-06-28T17:44:47Z</dcterms:modified>
</cp:coreProperties>
</file>